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D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09728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SnapTray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502920" y="2148840"/>
            <a:ext cx="32004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2860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Iskolai Menzarendelő Rendszer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43891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Diplomamunka prezentáció  •  2026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3840480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0F346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384048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MERN Stack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12848" y="3840480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0F346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12848" y="384048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922776" y="3840480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0F346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22776" y="384048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632704" y="3840480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0F346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32704" y="384048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PayPal / Google Pay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42632" y="3840480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0F346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42632" y="384048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E2EE Chat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Célunk – A probléma és a megoldás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804672"/>
            <a:ext cx="832104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960120"/>
            <a:ext cx="3931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0515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PROBLÉMA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536192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iskolai étkeztetés papír alapú, lassú és átláthatatlan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Sorban állás, késő leadási határidők, elmaradt rendelések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Szülők nem látják, mit rendeltek gyerekeik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Készletgazdálkodás manuális és hibára hajlamos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Nincs digitális fizetési lehetőség – készpénz kezelés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17720" y="960120"/>
            <a:ext cx="41148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17720" y="960120"/>
            <a:ext cx="411480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63440" y="978408"/>
            <a:ext cx="4023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MEGOLDÁS – SnapTray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09160" y="1508760"/>
            <a:ext cx="38404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Webalapú rendelési platform – bárhonnan elérhető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Valós idejű rendeléskövetés Socket.IO-val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Szülői felügyelet és fizetéskezelés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Automatikus készletkövetés riasztásokkal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PayPal és Google Pay integráció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Tervünk – Felhasználói szerepkörök és funkciók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804672"/>
            <a:ext cx="832104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960120"/>
            <a:ext cx="269748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960120"/>
            <a:ext cx="2697480" cy="47548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78408"/>
            <a:ext cx="2606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Diák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508760"/>
            <a:ext cx="25146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Étlap böngészés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Rendelés leadás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Virtuális pénztárca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Hűségpontok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E2EE chat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kódos menü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310128" y="960120"/>
            <a:ext cx="269748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10128" y="960120"/>
            <a:ext cx="2697480" cy="4754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55848" y="978408"/>
            <a:ext cx="2606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👨‍👩‍👧 Szülő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01568" y="1508760"/>
            <a:ext cx="25146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Gyermek rendelések megtekintése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Fizetések kezelése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Rendelési előzmények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Egyenleg feltöltés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Értesítések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08776" y="960120"/>
            <a:ext cx="269748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08776" y="960120"/>
            <a:ext cx="2697480" cy="47548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54496" y="978408"/>
            <a:ext cx="2606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🛠️ Adminisztrátor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00216" y="1508760"/>
            <a:ext cx="25146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Étlap- és menükezelés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Készletkövetés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Felhasználókezelés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Statisztikák és riportok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Biztonsági naplók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Technológiai stack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804672"/>
            <a:ext cx="832104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960120"/>
            <a:ext cx="41148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960120"/>
            <a:ext cx="91440" cy="1170432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0515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41732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 •  Tailwind CSS  •  Socket.IO client  •  Axios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800600" y="960120"/>
            <a:ext cx="41148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960120"/>
            <a:ext cx="91440" cy="117043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10515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83480" y="141732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 •  Express.js  •  JWT  •  bcrypt  •  Helmet / HPP / CORS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11480" y="2286000"/>
            <a:ext cx="41148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11480" y="2286000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3774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Adatbázis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94360" y="274320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+ Mongoose  •  Redis + Lua szkriptek  •  Change Streams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800600" y="2286000"/>
            <a:ext cx="41148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00600" y="2286000"/>
            <a:ext cx="91440" cy="117043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3480" y="23774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Fizetés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83480" y="274320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PayPal REST API  •  Google Pay API  •  Pénztárca egyenleg rendszer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11480" y="3611880"/>
            <a:ext cx="41148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11480" y="3611880"/>
            <a:ext cx="91440" cy="1170432"/>
          </a:xfrm>
          <a:prstGeom prst="rect">
            <a:avLst/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37033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Biztonság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94360" y="406908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2FA (TOTP)  •  E2EE chat (Double Ratchet + X3DH)  •  Rate limiting  •  GeoSecurity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800600" y="3611880"/>
            <a:ext cx="41148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00600" y="3611880"/>
            <a:ext cx="91440" cy="1170432"/>
          </a:xfrm>
          <a:prstGeom prst="rect">
            <a:avLst/>
          </a:prstGeom>
          <a:solidFill>
            <a:srgbClr val="1E2D5A"/>
          </a:solidFill>
          <a:ln w="12700">
            <a:solidFill>
              <a:srgbClr val="1E2D5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83480" y="37033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2FA kliens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983480" y="406908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 + Dioxus 0.7 – Keresztplatformos natív alkalmazás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Hogyan dolgoztunk? – Projektszervezés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804672"/>
            <a:ext cx="832104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960120"/>
            <a:ext cx="40233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05156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Projektszervezési módszer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508760"/>
            <a:ext cx="37490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Agilis módszertan, Kanban-tábla alapon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Eszközök: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– verziókezelés és code review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Trello / Kanban – feladatkövetés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Issues – hibakövetés és feature request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Fejlesztési folyamat: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Tervezés → Implementáció → Review → Tesztelés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Iteratív fejlesztési ciklusok funkciónként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663440" y="960120"/>
            <a:ext cx="40690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0" y="10515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Kanban-tábla (Trello)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54880" y="1481328"/>
            <a:ext cx="3794760" cy="2834640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4754880" y="1481328"/>
            <a:ext cx="37947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Trello / Kanban képernyőkép helye ]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Munkamegosztás a csapaton belül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804672"/>
            <a:ext cx="832104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960120"/>
            <a:ext cx="83210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960120"/>
            <a:ext cx="91440" cy="10515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0584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Fejlesztési csapat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projekt egy fős fejlesztőcsapattal, iskolai keretrendszerben készült, ahol minden területen teljes vertikális felelősség jellemző.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2148840"/>
            <a:ext cx="40233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2148840"/>
            <a:ext cx="91440" cy="117043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2402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Fullstack fejlesztő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2624328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 (Express.js), frontend (React.js + Tailwind CSS), adatbázis tervezés (MongoDB + Redis), Socket.IO integráció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17720" y="2148840"/>
            <a:ext cx="40233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17720" y="2148840"/>
            <a:ext cx="91440" cy="1170432"/>
          </a:xfrm>
          <a:prstGeom prst="rect">
            <a:avLst/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22402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Biztonsági tervezés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00600" y="2624328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+ 2FA autentikáció, E2EE chat (Double Ratchet / X3DH), rate limiting, GeoSecurity middleware, bcrypt jelszóvédelem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" y="3474720"/>
            <a:ext cx="40233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11480" y="3474720"/>
            <a:ext cx="91440" cy="117043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5661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Fizetési integráció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94360" y="3950208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PayPal REST API, Google Pay, digitális pénztárca egyenleg rendszer, tranzakció naplózás, audit trail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17720" y="3474720"/>
            <a:ext cx="40233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17720" y="3474720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35661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 / Dioxus kliens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00600" y="3950208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Keresztplatformos 2FA kliens (DX-SnapTray), Dioxus 0.7 fullstack, Android + Desktop build támogatás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Műszaki megvalósítás – Rendszerarchitektúra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804672"/>
            <a:ext cx="832104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05840"/>
            <a:ext cx="50292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005840"/>
            <a:ext cx="5029200" cy="868680"/>
          </a:xfrm>
          <a:prstGeom prst="rect">
            <a:avLst/>
          </a:prstGeom>
          <a:solidFill>
            <a:srgbClr val="0369A1">
              <a:alpha val="10000"/>
            </a:srgbClr>
          </a:solidFill>
          <a:ln w="19050">
            <a:solidFill>
              <a:srgbClr val="0369A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60704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Megjelenítési réteg (Frontend)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39903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komponensek  •  Tailwind CSS  •  Socket.IO  •  REST API hívások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26080" y="1874520"/>
            <a:ext cx="0" cy="118872"/>
          </a:xfrm>
          <a:prstGeom prst="line">
            <a:avLst/>
          </a:prstGeom>
          <a:noFill/>
          <a:ln w="25400">
            <a:solidFill>
              <a:srgbClr val="0369A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2011680"/>
            <a:ext cx="50292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1480" y="2011680"/>
            <a:ext cx="5029200" cy="868680"/>
          </a:xfrm>
          <a:prstGeom prst="rect">
            <a:avLst/>
          </a:prstGeom>
          <a:solidFill>
            <a:srgbClr val="0F766E">
              <a:alpha val="10000"/>
            </a:srgbClr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066544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Alkalmazási réteg (Backend)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240487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szerver  •  JWT middleware  •  Üzleti logika (services)  •  Lua atomi műveletek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926080" y="2880360"/>
            <a:ext cx="0" cy="118872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3017520"/>
            <a:ext cx="50292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1480" y="3017520"/>
            <a:ext cx="5029200" cy="868680"/>
          </a:xfrm>
          <a:prstGeom prst="rect">
            <a:avLst/>
          </a:prstGeom>
          <a:solidFill>
            <a:srgbClr val="7C3AED">
              <a:alpha val="10000"/>
            </a:srgbClr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072384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Adatréteg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341071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+ Mongoose (perzisztens)  •  Redis (cache, munkamenetek, rate limiting)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669280" y="960120"/>
            <a:ext cx="306324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760720" y="1051560"/>
            <a:ext cx="2834640" cy="3657600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5760720" y="1051560"/>
            <a:ext cx="28346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Rendszerarchitektúra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 helye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(output-1.svg) ]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kész szoftver – Főbb funkciók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804672"/>
            <a:ext cx="832104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05840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21208" y="1097280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Hitelesítés &amp; Biztonság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21208" y="1481328"/>
            <a:ext cx="2487168" cy="228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1554480"/>
            <a:ext cx="24871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Redis munkamenet, 2FA (TOTP), email ellenőrzés, bcrypt, rate limiting, GeoSecurity naplózás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19272" y="1005840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29000" y="1097280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  Rendelési rendszer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29000" y="1481328"/>
            <a:ext cx="2487168" cy="228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1554480"/>
            <a:ext cx="24871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Dinamikus étlap kategóriákkal, készletkövetés riasztásokkal, QR kód, allergén info, napi menü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27064" y="1005840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36792" y="1097280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 Fizetés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36792" y="1481328"/>
            <a:ext cx="2487168" cy="228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36792" y="1554480"/>
            <a:ext cx="24871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PayPal és Google Pay integráció, digitális pénztárca, hűségpontok, kedvezmények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" y="2834640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21208" y="2926080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E2EE Chat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21208" y="3310128"/>
            <a:ext cx="2487168" cy="228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1208" y="3383280"/>
            <a:ext cx="24871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Ratchet + X3DH protokoll, titkosított üzenetek, eszközszinkronizáció, PreKey rendszer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319272" y="2834640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29000" y="2926080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Admin Dashboard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29000" y="3310128"/>
            <a:ext cx="2487168" cy="228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29000" y="3383280"/>
            <a:ext cx="24871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Felhasználókezelés, rendelésstatisztikák, menüszerkesztő, biztonsági auditnapló megtekintés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27064" y="2834640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336792" y="2926080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Redis Cache réteg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336792" y="3310128"/>
            <a:ext cx="2487168" cy="228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36792" y="3383280"/>
            <a:ext cx="24871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KeyRegistry architektúra, Change Streams cache invalidáció, Lua atomi műveletek, pub/sub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Forráskód – Könyvtárstruktúra és példa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804672"/>
            <a:ext cx="832104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960120"/>
            <a:ext cx="365760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00584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 struktúra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417320"/>
            <a:ext cx="3474720" cy="3200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iskolaprojekt/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src/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auth/          # JWT, 2FA, jelszó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api.js         # REST végpontok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cache/         # Redis, KeyRegistry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cache/change-streams/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dashboard/     # Admin, diák, szülő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models/        # E2EE modellek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services/      # Üzleti logika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config/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database_queries.js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tests/           # Egység &amp; integráció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public/          # Frontend build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DX-SnapTray/     # Rust Dioxus kliens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97680" y="960120"/>
            <a:ext cx="443484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389120" y="1005840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Példa – Redis KeyRegistry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89120" y="1417320"/>
            <a:ext cx="4160520" cy="32004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07408" y="1435608"/>
            <a:ext cx="4114800" cy="316382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src/cache/KeyRegistry.js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keyRegistry = {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users: (id) =&gt; [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`user:username:${id}`,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'admin:usercount',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'admin:userlist',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],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orders: (id) =&gt; [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`order:${id}`,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'admin:orders',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'admin:most_bought_items',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],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... további kulcsok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Működés – Rendelési folyamat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804672"/>
            <a:ext cx="832104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3000" y="100584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1005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" y="1572768"/>
            <a:ext cx="2029968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93192" y="1645920"/>
            <a:ext cx="188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Bejelentkezés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93192" y="2011680"/>
            <a:ext cx="1883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+ 2FA hitelesítés, Redis munkamenet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350008" y="1920240"/>
            <a:ext cx="164592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37560" y="100584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1005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514600" y="1572768"/>
            <a:ext cx="2029968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587752" y="1645920"/>
            <a:ext cx="188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Étlap böngészés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87752" y="2011680"/>
            <a:ext cx="1883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cache-ből gyors betöltés, QR kód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44568" y="1920240"/>
            <a:ext cx="164592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532120" y="100584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32120" y="1005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709160" y="1572768"/>
            <a:ext cx="2029968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782312" y="1645920"/>
            <a:ext cx="188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Rendelés leadás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82312" y="2011680"/>
            <a:ext cx="1883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validáció, orderService.validateOrderStock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739128" y="1920240"/>
            <a:ext cx="164592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26680" y="100584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26680" y="1005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903720" y="1572768"/>
            <a:ext cx="2029968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76872" y="1645920"/>
            <a:ext cx="188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Fizetés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976872" y="2011680"/>
            <a:ext cx="1883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PayPal / Google Pay / pénztárca egyenleg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1143000" y="283464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43000" y="2834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20040" y="3401568"/>
            <a:ext cx="2029968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393192" y="3474720"/>
            <a:ext cx="188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Adatbázis mentés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93192" y="3840480"/>
            <a:ext cx="1883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+ Payment + SecurityLog + KeyRegistry cache érvénytelenítés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350008" y="3749040"/>
            <a:ext cx="164592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337560" y="283464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37560" y="2834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2514600" y="3401568"/>
            <a:ext cx="2029968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2587752" y="3474720"/>
            <a:ext cx="188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Hűségpontok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2587752" y="3840480"/>
            <a:ext cx="1883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UserLoyalty.updatePointsAtomically – szintfrissítés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544568" y="3749040"/>
            <a:ext cx="164592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532120" y="283464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32120" y="2834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4709160" y="3401568"/>
            <a:ext cx="2029968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4782312" y="3474720"/>
            <a:ext cx="188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Valós idejű visszajelzés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782312" y="3840480"/>
            <a:ext cx="1883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push az érintett dashboardokra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kész szoftver – Képernyőképek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804672"/>
            <a:ext cx="832104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05840"/>
            <a:ext cx="2743200" cy="1783080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11480" y="1005840"/>
            <a:ext cx="274320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Bejelentkezési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képernyő ]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37560" y="1005840"/>
            <a:ext cx="2743200" cy="1783080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3337560" y="1005840"/>
            <a:ext cx="274320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Diák dashboard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Étlap ]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63640" y="1005840"/>
            <a:ext cx="2743200" cy="1783080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6263640" y="1005840"/>
            <a:ext cx="274320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Rendelés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leadása ]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" y="2971800"/>
            <a:ext cx="2743200" cy="1783080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411480" y="2971800"/>
            <a:ext cx="274320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Admin dashboard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Statisztikák ]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337560" y="2971800"/>
            <a:ext cx="2743200" cy="1783080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3337560" y="2971800"/>
            <a:ext cx="274320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E2EE Chat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felület ]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63640" y="2971800"/>
            <a:ext cx="2743200" cy="1783080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6263640" y="2971800"/>
            <a:ext cx="274320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Fizetési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folyamat ]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D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28600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Köszönjük a figyelmet!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SnapTray – Iskolai Menzarendelő Rendszer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github.com/bivorzk/iskolaprojekt    |    🦀  github.com/bivorzk/DX-SnapTray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3657600"/>
            <a:ext cx="1920240" cy="384048"/>
          </a:xfrm>
          <a:prstGeom prst="roundRect">
            <a:avLst>
              <a:gd name="adj" fmla="val 14286"/>
            </a:avLst>
          </a:prstGeom>
          <a:solidFill>
            <a:srgbClr val="0F346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65760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MERN Stack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32888" y="3657600"/>
            <a:ext cx="1920240" cy="384048"/>
          </a:xfrm>
          <a:prstGeom prst="roundRect">
            <a:avLst>
              <a:gd name="adj" fmla="val 14286"/>
            </a:avLst>
          </a:prstGeom>
          <a:solidFill>
            <a:srgbClr val="0F346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32888" y="365760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08576" y="3657600"/>
            <a:ext cx="1920240" cy="384048"/>
          </a:xfrm>
          <a:prstGeom prst="roundRect">
            <a:avLst>
              <a:gd name="adj" fmla="val 14286"/>
            </a:avLst>
          </a:prstGeom>
          <a:solidFill>
            <a:srgbClr val="0F346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08576" y="365760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684264" y="3657600"/>
            <a:ext cx="1920240" cy="384048"/>
          </a:xfrm>
          <a:prstGeom prst="roundRect">
            <a:avLst>
              <a:gd name="adj" fmla="val 14286"/>
            </a:avLst>
          </a:prstGeom>
          <a:solidFill>
            <a:srgbClr val="0F346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84264" y="365760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160520"/>
            <a:ext cx="1920240" cy="384048"/>
          </a:xfrm>
          <a:prstGeom prst="roundRect">
            <a:avLst>
              <a:gd name="adj" fmla="val 14286"/>
            </a:avLst>
          </a:prstGeom>
          <a:solidFill>
            <a:srgbClr val="0F346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16052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PayPal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532888" y="4160520"/>
            <a:ext cx="1920240" cy="384048"/>
          </a:xfrm>
          <a:prstGeom prst="roundRect">
            <a:avLst>
              <a:gd name="adj" fmla="val 14286"/>
            </a:avLst>
          </a:prstGeom>
          <a:solidFill>
            <a:srgbClr val="0F346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32888" y="416052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Pay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08576" y="4160520"/>
            <a:ext cx="1920240" cy="384048"/>
          </a:xfrm>
          <a:prstGeom prst="roundRect">
            <a:avLst>
              <a:gd name="adj" fmla="val 14286"/>
            </a:avLst>
          </a:prstGeom>
          <a:solidFill>
            <a:srgbClr val="0F346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08576" y="416052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 / Dioxus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684264" y="4160520"/>
            <a:ext cx="1920240" cy="384048"/>
          </a:xfrm>
          <a:prstGeom prst="roundRect">
            <a:avLst>
              <a:gd name="adj" fmla="val 14286"/>
            </a:avLst>
          </a:prstGeom>
          <a:solidFill>
            <a:srgbClr val="0F346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84264" y="416052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+ 2FA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SnapTray – Iskolai Menzarendelő Rendszer</dc:title>
  <dc:subject>PptxGenJS Presentation</dc:subject>
  <dc:creator>SnapTray Fejlesztői Csapat</dc:creator>
  <cp:lastModifiedBy>SnapTray Fejlesztői Csapat</cp:lastModifiedBy>
  <cp:revision>1</cp:revision>
  <dcterms:created xsi:type="dcterms:W3CDTF">2026-04-14T15:22:50Z</dcterms:created>
  <dcterms:modified xsi:type="dcterms:W3CDTF">2026-04-14T15:22:50Z</dcterms:modified>
</cp:coreProperties>
</file>